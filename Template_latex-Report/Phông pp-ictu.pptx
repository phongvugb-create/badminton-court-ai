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1" r:id="rId1"/>
  </p:sldMasterIdLst>
  <p:notesMasterIdLst>
    <p:notesMasterId r:id="rId4"/>
  </p:notesMasterIdLst>
  <p:handoutMasterIdLst>
    <p:handoutMasterId r:id="rId5"/>
  </p:handoutMasterIdLst>
  <p:sldIdLst>
    <p:sldId id="256" r:id="rId2"/>
    <p:sldId id="257" r:id="rId3"/>
  </p:sldIdLst>
  <p:sldSz cx="9144000" cy="5143500" type="screen16x9"/>
  <p:notesSz cx="6797675" cy="9928225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1400" b="1" kern="1200">
        <a:solidFill>
          <a:schemeClr val="tx1"/>
        </a:solidFill>
        <a:latin typeface="Arial Rounded MT Bold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1400" b="1" kern="1200">
        <a:solidFill>
          <a:schemeClr val="tx1"/>
        </a:solidFill>
        <a:latin typeface="Arial Rounded MT Bold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1400" b="1" kern="1200">
        <a:solidFill>
          <a:schemeClr val="tx1"/>
        </a:solidFill>
        <a:latin typeface="Arial Rounded MT Bold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1400" b="1" kern="1200">
        <a:solidFill>
          <a:schemeClr val="tx1"/>
        </a:solidFill>
        <a:latin typeface="Arial Rounded MT Bold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1400" b="1" kern="1200">
        <a:solidFill>
          <a:schemeClr val="tx1"/>
        </a:solidFill>
        <a:latin typeface="Arial Rounded MT Bold" pitchFamily="34" charset="0"/>
        <a:ea typeface="+mn-ea"/>
        <a:cs typeface="+mn-cs"/>
      </a:defRPr>
    </a:lvl5pPr>
    <a:lvl6pPr marL="2286000" algn="l" defTabSz="914400" rtl="0" eaLnBrk="1" latinLnBrk="0" hangingPunct="1">
      <a:defRPr sz="1400" b="1" kern="1200">
        <a:solidFill>
          <a:schemeClr val="tx1"/>
        </a:solidFill>
        <a:latin typeface="Arial Rounded MT Bold" pitchFamily="34" charset="0"/>
        <a:ea typeface="+mn-ea"/>
        <a:cs typeface="+mn-cs"/>
      </a:defRPr>
    </a:lvl6pPr>
    <a:lvl7pPr marL="2743200" algn="l" defTabSz="914400" rtl="0" eaLnBrk="1" latinLnBrk="0" hangingPunct="1">
      <a:defRPr sz="1400" b="1" kern="1200">
        <a:solidFill>
          <a:schemeClr val="tx1"/>
        </a:solidFill>
        <a:latin typeface="Arial Rounded MT Bold" pitchFamily="34" charset="0"/>
        <a:ea typeface="+mn-ea"/>
        <a:cs typeface="+mn-cs"/>
      </a:defRPr>
    </a:lvl7pPr>
    <a:lvl8pPr marL="3200400" algn="l" defTabSz="914400" rtl="0" eaLnBrk="1" latinLnBrk="0" hangingPunct="1">
      <a:defRPr sz="1400" b="1" kern="1200">
        <a:solidFill>
          <a:schemeClr val="tx1"/>
        </a:solidFill>
        <a:latin typeface="Arial Rounded MT Bold" pitchFamily="34" charset="0"/>
        <a:ea typeface="+mn-ea"/>
        <a:cs typeface="+mn-cs"/>
      </a:defRPr>
    </a:lvl8pPr>
    <a:lvl9pPr marL="3657600" algn="l" defTabSz="914400" rtl="0" eaLnBrk="1" latinLnBrk="0" hangingPunct="1">
      <a:defRPr sz="1400" b="1" kern="1200">
        <a:solidFill>
          <a:schemeClr val="tx1"/>
        </a:solidFill>
        <a:latin typeface="Arial Rounded MT Bold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  <p15:guide id="3" orient="horz" pos="162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27">
          <p15:clr>
            <a:srgbClr val="A4A3A4"/>
          </p15:clr>
        </p15:guide>
        <p15:guide id="2" pos="214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00000"/>
    <a:srgbClr val="8A8A8A"/>
    <a:srgbClr val="B97000"/>
    <a:srgbClr val="008439"/>
    <a:srgbClr val="B92700"/>
    <a:srgbClr val="66FF33"/>
    <a:srgbClr val="008000"/>
    <a:srgbClr val="FFFFFF"/>
    <a:srgbClr val="CCFFCC"/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025" autoAdjust="0"/>
    <p:restoredTop sz="87651" autoAdjust="0"/>
  </p:normalViewPr>
  <p:slideViewPr>
    <p:cSldViewPr>
      <p:cViewPr varScale="1">
        <p:scale>
          <a:sx n="128" d="100"/>
          <a:sy n="128" d="100"/>
        </p:scale>
        <p:origin x="996" y="90"/>
      </p:cViewPr>
      <p:guideLst>
        <p:guide orient="horz" pos="2160"/>
        <p:guide pos="2880"/>
        <p:guide orient="horz" pos="162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71" d="100"/>
          <a:sy n="71" d="100"/>
        </p:scale>
        <p:origin x="-2238" y="-96"/>
      </p:cViewPr>
      <p:guideLst>
        <p:guide orient="horz" pos="3127"/>
        <p:guide pos="2141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handoutMaster" Target="handoutMasters/handoutMaster1.xml"/><Relationship Id="rId10" Type="http://schemas.microsoft.com/office/2016/11/relationships/changesInfo" Target="changesInfos/changesInfo1.xml"/><Relationship Id="rId4" Type="http://schemas.openxmlformats.org/officeDocument/2006/relationships/notesMaster" Target="notesMasters/notesMaster1.xml"/><Relationship Id="rId9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inh Ha" userId="dad4f241114e7651" providerId="LiveId" clId="{1A078304-D878-4927-BFEB-13DAA3ADEB16}"/>
    <pc:docChg chg="addSld delSld">
      <pc:chgData name="Ninh Ha" userId="dad4f241114e7651" providerId="LiveId" clId="{1A078304-D878-4927-BFEB-13DAA3ADEB16}" dt="2026-01-28T01:19:23.485" v="6" actId="47"/>
      <pc:docMkLst>
        <pc:docMk/>
      </pc:docMkLst>
      <pc:sldChg chg="new">
        <pc:chgData name="Ninh Ha" userId="dad4f241114e7651" providerId="LiveId" clId="{1A078304-D878-4927-BFEB-13DAA3ADEB16}" dt="2026-01-28T01:19:02.048" v="1" actId="680"/>
        <pc:sldMkLst>
          <pc:docMk/>
          <pc:sldMk cId="1849589283" sldId="256"/>
        </pc:sldMkLst>
      </pc:sldChg>
      <pc:sldChg chg="new">
        <pc:chgData name="Ninh Ha" userId="dad4f241114e7651" providerId="LiveId" clId="{1A078304-D878-4927-BFEB-13DAA3ADEB16}" dt="2026-01-28T01:19:13.485" v="2" actId="680"/>
        <pc:sldMkLst>
          <pc:docMk/>
          <pc:sldMk cId="3090518707" sldId="257"/>
        </pc:sldMkLst>
      </pc:sldChg>
      <pc:sldChg chg="new del">
        <pc:chgData name="Ninh Ha" userId="dad4f241114e7651" providerId="LiveId" clId="{1A078304-D878-4927-BFEB-13DAA3ADEB16}" dt="2026-01-28T01:19:23.485" v="6" actId="47"/>
        <pc:sldMkLst>
          <pc:docMk/>
          <pc:sldMk cId="4009970504" sldId="258"/>
        </pc:sldMkLst>
      </pc:sldChg>
      <pc:sldChg chg="new del">
        <pc:chgData name="Ninh Ha" userId="dad4f241114e7651" providerId="LiveId" clId="{1A078304-D878-4927-BFEB-13DAA3ADEB16}" dt="2026-01-28T01:19:23.485" v="6" actId="47"/>
        <pc:sldMkLst>
          <pc:docMk/>
          <pc:sldMk cId="2667065242" sldId="259"/>
        </pc:sldMkLst>
      </pc:sldChg>
      <pc:sldChg chg="new del">
        <pc:chgData name="Ninh Ha" userId="dad4f241114e7651" providerId="LiveId" clId="{1A078304-D878-4927-BFEB-13DAA3ADEB16}" dt="2026-01-28T01:19:23.485" v="6" actId="47"/>
        <pc:sldMkLst>
          <pc:docMk/>
          <pc:sldMk cId="2880964486" sldId="260"/>
        </pc:sldMkLst>
      </pc:sldChg>
      <pc:sldChg chg="del">
        <pc:chgData name="Ninh Ha" userId="dad4f241114e7651" providerId="LiveId" clId="{1A078304-D878-4927-BFEB-13DAA3ADEB16}" dt="2026-01-28T01:19:00.314" v="0" actId="47"/>
        <pc:sldMkLst>
          <pc:docMk/>
          <pc:sldMk cId="0" sldId="290"/>
        </pc:sldMkLst>
      </pc:sldChg>
      <pc:sldChg chg="del">
        <pc:chgData name="Ninh Ha" userId="dad4f241114e7651" providerId="LiveId" clId="{1A078304-D878-4927-BFEB-13DAA3ADEB16}" dt="2026-01-28T01:19:00.314" v="0" actId="47"/>
        <pc:sldMkLst>
          <pc:docMk/>
          <pc:sldMk cId="3761276656" sldId="291"/>
        </pc:sldMkLst>
      </pc:sldChg>
      <pc:sldChg chg="del">
        <pc:chgData name="Ninh Ha" userId="dad4f241114e7651" providerId="LiveId" clId="{1A078304-D878-4927-BFEB-13DAA3ADEB16}" dt="2026-01-28T01:19:00.314" v="0" actId="47"/>
        <pc:sldMkLst>
          <pc:docMk/>
          <pc:sldMk cId="2648601283" sldId="292"/>
        </pc:sldMkLst>
      </pc:sldChg>
      <pc:sldChg chg="del">
        <pc:chgData name="Ninh Ha" userId="dad4f241114e7651" providerId="LiveId" clId="{1A078304-D878-4927-BFEB-13DAA3ADEB16}" dt="2026-01-28T01:19:00.314" v="0" actId="47"/>
        <pc:sldMkLst>
          <pc:docMk/>
          <pc:sldMk cId="4245689439" sldId="293"/>
        </pc:sldMkLst>
      </pc:sldChg>
      <pc:sldChg chg="del">
        <pc:chgData name="Ninh Ha" userId="dad4f241114e7651" providerId="LiveId" clId="{1A078304-D878-4927-BFEB-13DAA3ADEB16}" dt="2026-01-28T01:19:00.314" v="0" actId="47"/>
        <pc:sldMkLst>
          <pc:docMk/>
          <pc:sldMk cId="2819364464" sldId="294"/>
        </pc:sldMkLst>
      </pc:sldChg>
      <pc:sldChg chg="del">
        <pc:chgData name="Ninh Ha" userId="dad4f241114e7651" providerId="LiveId" clId="{1A078304-D878-4927-BFEB-13DAA3ADEB16}" dt="2026-01-28T01:19:00.314" v="0" actId="47"/>
        <pc:sldMkLst>
          <pc:docMk/>
          <pc:sldMk cId="2097295069" sldId="307"/>
        </pc:sldMkLst>
      </pc:sldChg>
      <pc:sldChg chg="del">
        <pc:chgData name="Ninh Ha" userId="dad4f241114e7651" providerId="LiveId" clId="{1A078304-D878-4927-BFEB-13DAA3ADEB16}" dt="2026-01-28T01:19:00.314" v="0" actId="47"/>
        <pc:sldMkLst>
          <pc:docMk/>
          <pc:sldMk cId="0" sldId="309"/>
        </pc:sldMkLst>
      </pc:sldChg>
      <pc:sldChg chg="del">
        <pc:chgData name="Ninh Ha" userId="dad4f241114e7651" providerId="LiveId" clId="{1A078304-D878-4927-BFEB-13DAA3ADEB16}" dt="2026-01-28T01:19:00.314" v="0" actId="47"/>
        <pc:sldMkLst>
          <pc:docMk/>
          <pc:sldMk cId="4176954898" sldId="310"/>
        </pc:sldMkLst>
      </pc:sldChg>
      <pc:sldChg chg="del">
        <pc:chgData name="Ninh Ha" userId="dad4f241114e7651" providerId="LiveId" clId="{1A078304-D878-4927-BFEB-13DAA3ADEB16}" dt="2026-01-28T01:19:00.314" v="0" actId="47"/>
        <pc:sldMkLst>
          <pc:docMk/>
          <pc:sldMk cId="1439018987" sldId="311"/>
        </pc:sldMkLst>
      </pc:sldChg>
      <pc:sldChg chg="del">
        <pc:chgData name="Ninh Ha" userId="dad4f241114e7651" providerId="LiveId" clId="{1A078304-D878-4927-BFEB-13DAA3ADEB16}" dt="2026-01-28T01:19:00.314" v="0" actId="47"/>
        <pc:sldMkLst>
          <pc:docMk/>
          <pc:sldMk cId="907185442" sldId="312"/>
        </pc:sldMkLst>
      </pc:sldChg>
      <pc:sldChg chg="del">
        <pc:chgData name="Ninh Ha" userId="dad4f241114e7651" providerId="LiveId" clId="{1A078304-D878-4927-BFEB-13DAA3ADEB16}" dt="2026-01-28T01:19:00.314" v="0" actId="47"/>
        <pc:sldMkLst>
          <pc:docMk/>
          <pc:sldMk cId="491701559" sldId="313"/>
        </pc:sldMkLst>
      </pc:sldChg>
      <pc:sldChg chg="del">
        <pc:chgData name="Ninh Ha" userId="dad4f241114e7651" providerId="LiveId" clId="{1A078304-D878-4927-BFEB-13DAA3ADEB16}" dt="2026-01-28T01:19:00.314" v="0" actId="47"/>
        <pc:sldMkLst>
          <pc:docMk/>
          <pc:sldMk cId="3525104212" sldId="314"/>
        </pc:sldMkLst>
      </pc:sldChg>
      <pc:sldChg chg="del">
        <pc:chgData name="Ninh Ha" userId="dad4f241114e7651" providerId="LiveId" clId="{1A078304-D878-4927-BFEB-13DAA3ADEB16}" dt="2026-01-28T01:19:00.314" v="0" actId="47"/>
        <pc:sldMkLst>
          <pc:docMk/>
          <pc:sldMk cId="184509160" sldId="316"/>
        </pc:sldMkLst>
      </pc:sldChg>
      <pc:sldChg chg="del">
        <pc:chgData name="Ninh Ha" userId="dad4f241114e7651" providerId="LiveId" clId="{1A078304-D878-4927-BFEB-13DAA3ADEB16}" dt="2026-01-28T01:19:00.314" v="0" actId="47"/>
        <pc:sldMkLst>
          <pc:docMk/>
          <pc:sldMk cId="1016060856" sldId="317"/>
        </pc:sldMkLst>
      </pc:sldChg>
      <pc:sldChg chg="del">
        <pc:chgData name="Ninh Ha" userId="dad4f241114e7651" providerId="LiveId" clId="{1A078304-D878-4927-BFEB-13DAA3ADEB16}" dt="2026-01-28T01:19:00.314" v="0" actId="47"/>
        <pc:sldMkLst>
          <pc:docMk/>
          <pc:sldMk cId="2758650107" sldId="318"/>
        </pc:sldMkLst>
      </pc:sldChg>
      <pc:sldChg chg="del">
        <pc:chgData name="Ninh Ha" userId="dad4f241114e7651" providerId="LiveId" clId="{1A078304-D878-4927-BFEB-13DAA3ADEB16}" dt="2026-01-28T01:19:00.314" v="0" actId="47"/>
        <pc:sldMkLst>
          <pc:docMk/>
          <pc:sldMk cId="417996544" sldId="319"/>
        </pc:sldMkLst>
      </pc:sldChg>
      <pc:sldChg chg="del">
        <pc:chgData name="Ninh Ha" userId="dad4f241114e7651" providerId="LiveId" clId="{1A078304-D878-4927-BFEB-13DAA3ADEB16}" dt="2026-01-28T01:19:00.314" v="0" actId="47"/>
        <pc:sldMkLst>
          <pc:docMk/>
          <pc:sldMk cId="1716680550" sldId="320"/>
        </pc:sldMkLst>
      </pc:sldChg>
      <pc:sldChg chg="del">
        <pc:chgData name="Ninh Ha" userId="dad4f241114e7651" providerId="LiveId" clId="{1A078304-D878-4927-BFEB-13DAA3ADEB16}" dt="2026-01-28T01:19:00.314" v="0" actId="47"/>
        <pc:sldMkLst>
          <pc:docMk/>
          <pc:sldMk cId="2674707570" sldId="321"/>
        </pc:sldMkLst>
      </pc:sldChg>
      <pc:sldChg chg="del">
        <pc:chgData name="Ninh Ha" userId="dad4f241114e7651" providerId="LiveId" clId="{1A078304-D878-4927-BFEB-13DAA3ADEB16}" dt="2026-01-28T01:19:00.314" v="0" actId="47"/>
        <pc:sldMkLst>
          <pc:docMk/>
          <pc:sldMk cId="1686896523" sldId="322"/>
        </pc:sldMkLst>
      </pc:sldChg>
      <pc:sldChg chg="del">
        <pc:chgData name="Ninh Ha" userId="dad4f241114e7651" providerId="LiveId" clId="{1A078304-D878-4927-BFEB-13DAA3ADEB16}" dt="2026-01-28T01:19:00.314" v="0" actId="47"/>
        <pc:sldMkLst>
          <pc:docMk/>
          <pc:sldMk cId="433239683" sldId="323"/>
        </pc:sldMkLst>
      </pc:sldChg>
      <pc:sldChg chg="del">
        <pc:chgData name="Ninh Ha" userId="dad4f241114e7651" providerId="LiveId" clId="{1A078304-D878-4927-BFEB-13DAA3ADEB16}" dt="2026-01-28T01:19:00.314" v="0" actId="47"/>
        <pc:sldMkLst>
          <pc:docMk/>
          <pc:sldMk cId="16137316" sldId="324"/>
        </pc:sldMkLst>
      </pc:sldChg>
      <pc:sldChg chg="del">
        <pc:chgData name="Ninh Ha" userId="dad4f241114e7651" providerId="LiveId" clId="{1A078304-D878-4927-BFEB-13DAA3ADEB16}" dt="2026-01-28T01:19:00.314" v="0" actId="47"/>
        <pc:sldMkLst>
          <pc:docMk/>
          <pc:sldMk cId="3785835061" sldId="325"/>
        </pc:sldMkLst>
      </pc:sldChg>
      <pc:sldChg chg="del">
        <pc:chgData name="Ninh Ha" userId="dad4f241114e7651" providerId="LiveId" clId="{1A078304-D878-4927-BFEB-13DAA3ADEB16}" dt="2026-01-28T01:19:00.314" v="0" actId="47"/>
        <pc:sldMkLst>
          <pc:docMk/>
          <pc:sldMk cId="2370594209" sldId="326"/>
        </pc:sldMkLst>
      </pc:sldChg>
      <pc:sldChg chg="del">
        <pc:chgData name="Ninh Ha" userId="dad4f241114e7651" providerId="LiveId" clId="{1A078304-D878-4927-BFEB-13DAA3ADEB16}" dt="2026-01-28T01:19:00.314" v="0" actId="47"/>
        <pc:sldMkLst>
          <pc:docMk/>
          <pc:sldMk cId="3727438753" sldId="327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34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46400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 b="0">
                <a:latin typeface="Times New Roman" pitchFamily="18" charset="0"/>
              </a:defRPr>
            </a:lvl1pPr>
          </a:lstStyle>
          <a:p>
            <a:endParaRPr lang="en-US"/>
          </a:p>
        </p:txBody>
      </p:sp>
      <p:sp>
        <p:nvSpPr>
          <p:cNvPr id="313347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49688" y="0"/>
            <a:ext cx="2946400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 b="0">
                <a:latin typeface="Times New Roman" pitchFamily="18" charset="0"/>
              </a:defRPr>
            </a:lvl1pPr>
          </a:lstStyle>
          <a:p>
            <a:endParaRPr lang="en-US"/>
          </a:p>
        </p:txBody>
      </p:sp>
      <p:sp>
        <p:nvSpPr>
          <p:cNvPr id="313348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429750"/>
            <a:ext cx="2946400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 b="0">
                <a:latin typeface="Times New Roman" pitchFamily="18" charset="0"/>
              </a:defRPr>
            </a:lvl1pPr>
          </a:lstStyle>
          <a:p>
            <a:endParaRPr lang="en-US"/>
          </a:p>
        </p:txBody>
      </p:sp>
      <p:sp>
        <p:nvSpPr>
          <p:cNvPr id="313349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49688" y="9429750"/>
            <a:ext cx="2946400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 b="0">
                <a:latin typeface="Times New Roman" pitchFamily="18" charset="0"/>
              </a:defRPr>
            </a:lvl1pPr>
          </a:lstStyle>
          <a:p>
            <a:fld id="{66D17C0D-3159-464E-A332-7C83698A29E4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85408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46400" cy="495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571" tIns="47786" rIns="95571" bIns="47786" numCol="1" anchor="t" anchorCtr="0" compatLnSpc="1">
            <a:prstTxWarp prst="textNoShape">
              <a:avLst/>
            </a:prstTxWarp>
          </a:bodyPr>
          <a:lstStyle>
            <a:lvl1pPr defTabSz="955675" eaLnBrk="1" hangingPunct="1">
              <a:defRPr sz="1300" b="0">
                <a:latin typeface="Times New Roman" pitchFamily="18" charset="0"/>
              </a:defRPr>
            </a:lvl1pPr>
          </a:lstStyle>
          <a:p>
            <a:endParaRPr lang="en-US"/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51275" y="0"/>
            <a:ext cx="2946400" cy="495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571" tIns="47786" rIns="95571" bIns="47786" numCol="1" anchor="t" anchorCtr="0" compatLnSpc="1">
            <a:prstTxWarp prst="textNoShape">
              <a:avLst/>
            </a:prstTxWarp>
          </a:bodyPr>
          <a:lstStyle>
            <a:lvl1pPr algn="r" defTabSz="955675" eaLnBrk="1" hangingPunct="1">
              <a:defRPr sz="1300" b="0">
                <a:latin typeface="Times New Roman" pitchFamily="18" charset="0"/>
              </a:defRPr>
            </a:lvl1pPr>
          </a:lstStyle>
          <a:p>
            <a:endParaRPr lang="en-US"/>
          </a:p>
        </p:txBody>
      </p:sp>
      <p:sp>
        <p:nvSpPr>
          <p:cNvPr id="410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2075" y="746125"/>
            <a:ext cx="6615113" cy="37211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410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06463" y="4714875"/>
            <a:ext cx="4984750" cy="4467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571" tIns="47786" rIns="95571" bIns="47786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Klicken Sie, um die Formate des Vorlagentextes zu bearbeiten</a:t>
            </a:r>
          </a:p>
          <a:p>
            <a:pPr lvl="1"/>
            <a:r>
              <a:rPr lang="en-US"/>
              <a:t>Zweite Ebene</a:t>
            </a:r>
          </a:p>
          <a:p>
            <a:pPr lvl="2"/>
            <a:r>
              <a:rPr lang="en-US"/>
              <a:t>Dritte Ebene</a:t>
            </a:r>
          </a:p>
          <a:p>
            <a:pPr lvl="3"/>
            <a:r>
              <a:rPr lang="en-US"/>
              <a:t>Vierte Ebene</a:t>
            </a:r>
          </a:p>
          <a:p>
            <a:pPr lvl="4"/>
            <a:r>
              <a:rPr lang="en-US"/>
              <a:t>Fünfte Ebene</a:t>
            </a:r>
          </a:p>
        </p:txBody>
      </p:sp>
      <p:sp>
        <p:nvSpPr>
          <p:cNvPr id="410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32925"/>
            <a:ext cx="2946400" cy="495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571" tIns="47786" rIns="95571" bIns="47786" numCol="1" anchor="b" anchorCtr="0" compatLnSpc="1">
            <a:prstTxWarp prst="textNoShape">
              <a:avLst/>
            </a:prstTxWarp>
          </a:bodyPr>
          <a:lstStyle>
            <a:lvl1pPr defTabSz="955675" eaLnBrk="1" hangingPunct="1">
              <a:defRPr sz="1300" b="0">
                <a:latin typeface="Times New Roman" pitchFamily="18" charset="0"/>
              </a:defRPr>
            </a:lvl1pPr>
          </a:lstStyle>
          <a:p>
            <a:endParaRPr lang="en-US"/>
          </a:p>
        </p:txBody>
      </p:sp>
      <p:sp>
        <p:nvSpPr>
          <p:cNvPr id="410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51275" y="9432925"/>
            <a:ext cx="2946400" cy="495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571" tIns="47786" rIns="95571" bIns="47786" numCol="1" anchor="b" anchorCtr="0" compatLnSpc="1">
            <a:prstTxWarp prst="textNoShape">
              <a:avLst/>
            </a:prstTxWarp>
          </a:bodyPr>
          <a:lstStyle>
            <a:lvl1pPr algn="r" defTabSz="955675" eaLnBrk="1" hangingPunct="1">
              <a:defRPr sz="1300" b="0">
                <a:latin typeface="Times New Roman" pitchFamily="18" charset="0"/>
              </a:defRPr>
            </a:lvl1pPr>
          </a:lstStyle>
          <a:p>
            <a:fld id="{412C2970-D838-4E16-9F7E-5362C8D6E639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822148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494" y="2946"/>
            <a:ext cx="9147480" cy="5144853"/>
          </a:xfrm>
          <a:prstGeom prst="rect">
            <a:avLst/>
          </a:prstGeom>
        </p:spPr>
      </p:pic>
      <p:sp>
        <p:nvSpPr>
          <p:cNvPr id="181250" name="Rectangle 2"/>
          <p:cNvSpPr>
            <a:spLocks noGrp="1" noChangeArrowheads="1"/>
          </p:cNvSpPr>
          <p:nvPr>
            <p:ph type="ctrTitle" sz="quarter" hasCustomPrompt="1"/>
          </p:nvPr>
        </p:nvSpPr>
        <p:spPr>
          <a:xfrm>
            <a:off x="366714" y="1470422"/>
            <a:ext cx="8410575" cy="1371600"/>
          </a:xfrm>
          <a:noFill/>
        </p:spPr>
        <p:txBody>
          <a:bodyPr/>
          <a:lstStyle>
            <a:lvl1pPr>
              <a:defRPr lang="en-GB" sz="4000" b="0" i="0" baseline="0" dirty="0">
                <a:solidFill>
                  <a:srgbClr val="063D79"/>
                </a:solidFill>
                <a:effectLst/>
                <a:latin typeface="+mn-lt"/>
                <a:ea typeface="+mj-ea"/>
                <a:cs typeface="+mj-cs"/>
              </a:defRPr>
            </a:lvl1pPr>
          </a:lstStyle>
          <a:p>
            <a:pPr fontAlgn="t"/>
            <a:r>
              <a:rPr lang="de-DE"/>
              <a:t>Click vào đây để chỉnh sửa tiêu đề</a:t>
            </a:r>
            <a:br>
              <a:rPr lang="vi-VN" b="0" i="0">
                <a:solidFill>
                  <a:srgbClr val="777777"/>
                </a:solidFill>
                <a:effectLst/>
                <a:latin typeface="Roboto"/>
              </a:rPr>
            </a:br>
            <a:endParaRPr lang="en-GB" dirty="0"/>
          </a:p>
        </p:txBody>
      </p:sp>
      <p:sp>
        <p:nvSpPr>
          <p:cNvPr id="181253" name="Rectangle 5"/>
          <p:cNvSpPr>
            <a:spLocks noGrp="1" noChangeArrowheads="1"/>
          </p:cNvSpPr>
          <p:nvPr>
            <p:ph type="subTitle" sz="quarter" idx="1" hasCustomPrompt="1"/>
          </p:nvPr>
        </p:nvSpPr>
        <p:spPr>
          <a:xfrm>
            <a:off x="1371600" y="3112294"/>
            <a:ext cx="6400800" cy="304800"/>
          </a:xfrm>
        </p:spPr>
        <p:txBody>
          <a:bodyPr lIns="91440" tIns="45720" rIns="91440" bIns="45720"/>
          <a:lstStyle>
            <a:lvl1pPr marL="0" indent="0" algn="ctr">
              <a:buFont typeface="Wingdings 3" pitchFamily="18" charset="2"/>
              <a:buNone/>
              <a:defRPr b="1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author name</a:t>
            </a:r>
            <a:endParaRPr lang="de-DE" dirty="0"/>
          </a:p>
        </p:txBody>
      </p:sp>
      <p:pic>
        <p:nvPicPr>
          <p:cNvPr id="9" name="Grafik 8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" y="5191223"/>
            <a:ext cx="1777589" cy="234900"/>
          </a:xfrm>
          <a:prstGeom prst="rect">
            <a:avLst/>
          </a:prstGeom>
        </p:spPr>
      </p:pic>
      <p:pic>
        <p:nvPicPr>
          <p:cNvPr id="10" name="Grafik 9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832767" y="5191223"/>
            <a:ext cx="1777589" cy="234900"/>
          </a:xfrm>
          <a:prstGeom prst="rect">
            <a:avLst/>
          </a:prstGeom>
        </p:spPr>
      </p:pic>
      <p:pic>
        <p:nvPicPr>
          <p:cNvPr id="11" name="Grafik 10"/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3665534" y="5191223"/>
            <a:ext cx="1777581" cy="234900"/>
          </a:xfrm>
          <a:prstGeom prst="rect">
            <a:avLst/>
          </a:prstGeom>
        </p:spPr>
      </p:pic>
      <p:pic>
        <p:nvPicPr>
          <p:cNvPr id="12" name="Grafik 11"/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5518933" y="5191223"/>
            <a:ext cx="1777589" cy="234900"/>
          </a:xfrm>
          <a:prstGeom prst="rect">
            <a:avLst/>
          </a:prstGeom>
        </p:spPr>
      </p:pic>
      <p:pic>
        <p:nvPicPr>
          <p:cNvPr id="13" name="Grafik 12"/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>
          <a:xfrm>
            <a:off x="7377962" y="5191223"/>
            <a:ext cx="1759433" cy="2349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vi-VN"/>
              <a:t>Nhấn vào đây để chỉnh sửa định dạng tiêu đề</a:t>
            </a:r>
            <a:endParaRPr lang="de-DE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>
              <a:buClr>
                <a:srgbClr val="063D79"/>
              </a:buClr>
              <a:defRPr/>
            </a:lvl1pPr>
            <a:lvl2pPr>
              <a:buClr>
                <a:srgbClr val="063D79"/>
              </a:buClr>
              <a:defRPr/>
            </a:lvl2pPr>
            <a:lvl3pPr>
              <a:buClr>
                <a:srgbClr val="063D79"/>
              </a:buClr>
              <a:defRPr/>
            </a:lvl3pPr>
            <a:lvl4pPr>
              <a:buClr>
                <a:srgbClr val="063D79"/>
              </a:buClr>
              <a:defRPr/>
            </a:lvl4pPr>
          </a:lstStyle>
          <a:p>
            <a:pPr lvl="0"/>
            <a:r>
              <a:rPr lang="vi-VN"/>
              <a:t>Nhấn vào đây để chỉnh sửa các kiểu văn bản mẫu</a:t>
            </a:r>
            <a:endParaRPr lang="en-US"/>
          </a:p>
          <a:p>
            <a:pPr lvl="1"/>
            <a:r>
              <a:rPr lang="en-GB"/>
              <a:t>Cấp thứ hai</a:t>
            </a:r>
          </a:p>
          <a:p>
            <a:pPr lvl="2"/>
            <a:r>
              <a:rPr lang="en-GB"/>
              <a:t>Cấp thứ ba</a:t>
            </a:r>
          </a:p>
          <a:p>
            <a:pPr lvl="3"/>
            <a:r>
              <a:rPr lang="en-GB"/>
              <a:t>Cấp thứ tư</a:t>
            </a:r>
            <a:endParaRPr lang="en-GB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vi-VN"/>
              <a:t>Nhấn vào đây để chỉnh sửa định dạng tiêu đề</a:t>
            </a:r>
            <a:endParaRPr lang="de-DE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4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vi-VN"/>
              <a:t>Nhấn vào đây để chỉnh sửa định dạng tiêu đề</a:t>
            </a:r>
            <a:endParaRPr lang="de-DE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533400" y="685800"/>
            <a:ext cx="3924300" cy="38290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vi-VN"/>
              <a:t>Nhấn vào đây để chỉnh sửa các kiểu văn bản mẫu</a:t>
            </a:r>
            <a:endParaRPr lang="en-US"/>
          </a:p>
          <a:p>
            <a:pPr lvl="1"/>
            <a:r>
              <a:rPr lang="en-GB"/>
              <a:t>Cấp thứ hai</a:t>
            </a:r>
          </a:p>
          <a:p>
            <a:pPr lvl="2"/>
            <a:r>
              <a:rPr lang="en-GB"/>
              <a:t>Cấp thứ ba</a:t>
            </a:r>
          </a:p>
          <a:p>
            <a:pPr lvl="3"/>
            <a:r>
              <a:rPr lang="en-GB"/>
              <a:t>Cấp thứ tư</a:t>
            </a:r>
            <a:endParaRPr lang="en-GB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4610100" y="685800"/>
            <a:ext cx="3924300" cy="38290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vi-VN"/>
              <a:t>Nhấn vào đây để chỉnh sửa các kiểu văn bản mẫu</a:t>
            </a:r>
            <a:endParaRPr lang="en-US"/>
          </a:p>
          <a:p>
            <a:pPr lvl="1"/>
            <a:r>
              <a:rPr lang="en-GB"/>
              <a:t>Cấp thứ hai</a:t>
            </a:r>
          </a:p>
          <a:p>
            <a:pPr lvl="2"/>
            <a:r>
              <a:rPr lang="en-GB"/>
              <a:t>Cấp thứ ba</a:t>
            </a:r>
          </a:p>
          <a:p>
            <a:pPr lvl="3"/>
            <a:r>
              <a:rPr lang="en-GB"/>
              <a:t>Cấp thứ tư</a:t>
            </a:r>
            <a:endParaRPr lang="en-GB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de-DE"/>
              <a:t>Click vào đây để chỉnh sửa tiêu đề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Farbsche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/>
              <a:t>Màu sắc</a:t>
            </a:r>
            <a:endParaRPr lang="de-DE" dirty="0"/>
          </a:p>
        </p:txBody>
      </p:sp>
      <p:pic>
        <p:nvPicPr>
          <p:cNvPr id="3" name="Grafik 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31825" y="789552"/>
            <a:ext cx="8208912" cy="36599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0931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de-DE"/>
              <a:t>Click vào đây để chỉnh sửa tiêu đề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vi-VN"/>
              <a:t>Nhấn vào đây để chỉnh sửa các kiểu văn bản mẫu</a:t>
            </a:r>
            <a:endParaRPr lang="en-US"/>
          </a:p>
          <a:p>
            <a:pPr lvl="1"/>
            <a:r>
              <a:rPr lang="en-GB"/>
              <a:t>Cấp thứ hai</a:t>
            </a:r>
          </a:p>
          <a:p>
            <a:pPr lvl="2"/>
            <a:r>
              <a:rPr lang="en-GB"/>
              <a:t>Cấp thứ ba</a:t>
            </a:r>
          </a:p>
          <a:p>
            <a:pPr lvl="3"/>
            <a:r>
              <a:rPr lang="en-GB"/>
              <a:t>Cấp thứ tư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vi-VN"/>
              <a:t>Nhấn vào đây để chỉnh sửa các kiểu văn bản mẫu</a:t>
            </a:r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de-DE"/>
              <a:t>Click vào đây để chỉnh sửa tiêu đề</a:t>
            </a:r>
            <a:endParaRPr lang="de-DE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vi-VN"/>
              <a:t>Thêm hình ảnh bằng cách nhấp vào biểu tượng</a:t>
            </a:r>
            <a:endParaRPr lang="de-DE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vi-VN"/>
              <a:t>Nhấn vào đây để chỉnh sửa các kiểu văn bản mẫu</a:t>
            </a:r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3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5.png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4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 userDrawn="1"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32" y="4591169"/>
            <a:ext cx="9135268" cy="551123"/>
          </a:xfrm>
          <a:prstGeom prst="rect">
            <a:avLst/>
          </a:prstGeom>
        </p:spPr>
      </p:pic>
      <p:sp>
        <p:nvSpPr>
          <p:cNvPr id="1802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539751" y="22622"/>
            <a:ext cx="7993063" cy="4845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075" tIns="46038" rIns="92075" bIns="46038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vi-VN"/>
              <a:t>Nhấn vào đây để chỉnh sửa định dạng tiêu đề</a:t>
            </a:r>
            <a:endParaRPr lang="en-GB" dirty="0"/>
          </a:p>
        </p:txBody>
      </p:sp>
      <p:sp>
        <p:nvSpPr>
          <p:cNvPr id="1802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533400" y="685800"/>
            <a:ext cx="8001000" cy="3829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vi-VN" dirty="0"/>
              <a:t>Nhấn vào đây để chỉnh sửa các kiểu văn bản mẫu</a:t>
            </a:r>
            <a:endParaRPr lang="en-US" dirty="0"/>
          </a:p>
          <a:p>
            <a:pPr lvl="1"/>
            <a:r>
              <a:rPr lang="en-GB" dirty="0" err="1"/>
              <a:t>Cấp</a:t>
            </a:r>
            <a:r>
              <a:rPr lang="en-GB" dirty="0"/>
              <a:t> </a:t>
            </a:r>
            <a:r>
              <a:rPr lang="en-GB" dirty="0" err="1"/>
              <a:t>thứ</a:t>
            </a:r>
            <a:r>
              <a:rPr lang="en-GB" dirty="0"/>
              <a:t> </a:t>
            </a:r>
            <a:r>
              <a:rPr lang="en-GB" dirty="0" err="1"/>
              <a:t>hai</a:t>
            </a:r>
            <a:endParaRPr lang="en-GB" dirty="0"/>
          </a:p>
          <a:p>
            <a:pPr lvl="2"/>
            <a:r>
              <a:rPr lang="en-GB" dirty="0" err="1"/>
              <a:t>Cấp</a:t>
            </a:r>
            <a:r>
              <a:rPr lang="en-GB" dirty="0"/>
              <a:t> </a:t>
            </a:r>
            <a:r>
              <a:rPr lang="en-GB" dirty="0" err="1"/>
              <a:t>thứ</a:t>
            </a:r>
            <a:r>
              <a:rPr lang="en-GB" dirty="0"/>
              <a:t> </a:t>
            </a:r>
            <a:r>
              <a:rPr lang="en-GB" dirty="0" err="1"/>
              <a:t>ba</a:t>
            </a:r>
            <a:endParaRPr lang="en-GB" dirty="0"/>
          </a:p>
          <a:p>
            <a:pPr lvl="3"/>
            <a:r>
              <a:rPr lang="en-GB" dirty="0" err="1"/>
              <a:t>Cấp</a:t>
            </a:r>
            <a:r>
              <a:rPr lang="en-GB" dirty="0"/>
              <a:t> </a:t>
            </a:r>
            <a:r>
              <a:rPr lang="en-GB" dirty="0" err="1"/>
              <a:t>thứ</a:t>
            </a:r>
            <a:r>
              <a:rPr lang="en-GB" dirty="0"/>
              <a:t> </a:t>
            </a:r>
            <a:r>
              <a:rPr lang="en-GB" dirty="0" err="1"/>
              <a:t>tư</a:t>
            </a:r>
            <a:endParaRPr lang="en-GB" dirty="0"/>
          </a:p>
        </p:txBody>
      </p:sp>
      <p:sp>
        <p:nvSpPr>
          <p:cNvPr id="180254" name="Line 30"/>
          <p:cNvSpPr>
            <a:spLocks noChangeShapeType="1"/>
          </p:cNvSpPr>
          <p:nvPr/>
        </p:nvSpPr>
        <p:spPr bwMode="auto">
          <a:xfrm flipV="1">
            <a:off x="131763" y="519113"/>
            <a:ext cx="8856662" cy="0"/>
          </a:xfrm>
          <a:prstGeom prst="line">
            <a:avLst/>
          </a:prstGeom>
          <a:noFill/>
          <a:ln w="28575">
            <a:solidFill>
              <a:schemeClr val="bg2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de-DE"/>
          </a:p>
        </p:txBody>
      </p:sp>
      <p:sp>
        <p:nvSpPr>
          <p:cNvPr id="180258" name="Text Box 34"/>
          <p:cNvSpPr txBox="1">
            <a:spLocks noChangeArrowheads="1"/>
          </p:cNvSpPr>
          <p:nvPr/>
        </p:nvSpPr>
        <p:spPr bwMode="auto">
          <a:xfrm>
            <a:off x="8395825" y="4785996"/>
            <a:ext cx="381835" cy="276999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wrap="none">
            <a:spAutoFit/>
          </a:bodyPr>
          <a:lstStyle/>
          <a:p>
            <a:pPr algn="r"/>
            <a:fld id="{AA316C04-7673-4CAB-99E0-6C1D8F626C8B}" type="slidenum">
              <a:rPr lang="de-DE" sz="1200" b="0">
                <a:solidFill>
                  <a:schemeClr val="bg2"/>
                </a:solidFill>
              </a:rPr>
              <a:pPr algn="r"/>
              <a:t>‹#›</a:t>
            </a:fld>
            <a:endParaRPr lang="de-DE" sz="1200" b="0">
              <a:solidFill>
                <a:schemeClr val="bg2"/>
              </a:solidFill>
            </a:endParaRPr>
          </a:p>
        </p:txBody>
      </p:sp>
      <p:pic>
        <p:nvPicPr>
          <p:cNvPr id="12" name="Grafik 11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" y="5191223"/>
            <a:ext cx="1777589" cy="234900"/>
          </a:xfrm>
          <a:prstGeom prst="rect">
            <a:avLst/>
          </a:prstGeom>
        </p:spPr>
      </p:pic>
      <p:pic>
        <p:nvPicPr>
          <p:cNvPr id="13" name="Grafik 12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832767" y="5191223"/>
            <a:ext cx="1777589" cy="234900"/>
          </a:xfrm>
          <a:prstGeom prst="rect">
            <a:avLst/>
          </a:prstGeom>
        </p:spPr>
      </p:pic>
      <p:pic>
        <p:nvPicPr>
          <p:cNvPr id="15" name="Grafik 14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665534" y="5191223"/>
            <a:ext cx="1777581" cy="234900"/>
          </a:xfrm>
          <a:prstGeom prst="rect">
            <a:avLst/>
          </a:prstGeom>
        </p:spPr>
      </p:pic>
      <p:pic>
        <p:nvPicPr>
          <p:cNvPr id="16" name="Grafik 15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518933" y="5191223"/>
            <a:ext cx="1777589" cy="234900"/>
          </a:xfrm>
          <a:prstGeom prst="rect">
            <a:avLst/>
          </a:prstGeom>
        </p:spPr>
      </p:pic>
      <p:pic>
        <p:nvPicPr>
          <p:cNvPr id="17" name="Grafik 16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377962" y="5191223"/>
            <a:ext cx="1759433" cy="234900"/>
          </a:xfrm>
          <a:prstGeom prst="rect">
            <a:avLst/>
          </a:prstGeom>
        </p:spPr>
      </p:pic>
      <p:sp>
        <p:nvSpPr>
          <p:cNvPr id="14" name="Rectangle 25"/>
          <p:cNvSpPr>
            <a:spLocks noChangeArrowheads="1"/>
          </p:cNvSpPr>
          <p:nvPr/>
        </p:nvSpPr>
        <p:spPr bwMode="auto">
          <a:xfrm>
            <a:off x="0" y="4938406"/>
            <a:ext cx="9114078" cy="17351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 anchor="ctr"/>
          <a:lstStyle/>
          <a:p>
            <a:pPr algn="ctr"/>
            <a:r>
              <a:rPr lang="en-US" sz="1200" b="0" i="1" dirty="0">
                <a:latin typeface="+mn-lt"/>
              </a:rPr>
              <a:t>ictu.edu.vn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  <p:sldLayoutId id="2147483653" r:id="rId2"/>
    <p:sldLayoutId id="2147483654" r:id="rId3"/>
    <p:sldLayoutId id="2147483655" r:id="rId4"/>
    <p:sldLayoutId id="2147483657" r:id="rId5"/>
    <p:sldLayoutId id="2147483663" r:id="rId6"/>
    <p:sldLayoutId id="2147483658" r:id="rId7"/>
    <p:sldLayoutId id="2147483659" r:id="rId8"/>
    <p:sldLayoutId id="2147483660" r:id="rId9"/>
  </p:sldLayoutIdLst>
  <p:txStyles>
    <p:titleStyle>
      <a:lvl1pPr algn="ctr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63D79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63D79"/>
          </a:solidFill>
          <a:latin typeface="Arial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63D79"/>
          </a:solidFill>
          <a:latin typeface="Arial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63D79"/>
          </a:solidFill>
          <a:latin typeface="Arial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63D79"/>
          </a:solidFill>
          <a:latin typeface="Arial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63D79"/>
          </a:solidFill>
          <a:latin typeface="Arial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63D79"/>
          </a:solidFill>
          <a:latin typeface="Arial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63D79"/>
          </a:solidFill>
          <a:latin typeface="Arial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63D79"/>
          </a:solidFill>
          <a:latin typeface="Arial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lr>
          <a:srgbClr val="063D79"/>
        </a:buClr>
        <a:buSzPct val="80000"/>
        <a:buFont typeface="Wingdings 3" pitchFamily="18" charset="2"/>
        <a:buChar char="u"/>
        <a:defRPr sz="2000">
          <a:solidFill>
            <a:srgbClr val="4D4D4D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lr>
          <a:srgbClr val="063D79"/>
        </a:buClr>
        <a:buSzPct val="100000"/>
        <a:buFont typeface="Wingdings" pitchFamily="2" charset="2"/>
        <a:buChar char="§"/>
        <a:defRPr sz="1800">
          <a:solidFill>
            <a:srgbClr val="4D4D4D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lr>
          <a:srgbClr val="063D79"/>
        </a:buClr>
        <a:buChar char="–"/>
        <a:defRPr sz="1600" baseline="0">
          <a:solidFill>
            <a:srgbClr val="4D4D4D"/>
          </a:solidFill>
          <a:latin typeface="+mn-lt"/>
        </a:defRPr>
      </a:lvl3pPr>
      <a:lvl4pPr marL="1562100" indent="-228600" algn="l" rtl="0" eaLnBrk="1" fontAlgn="base" hangingPunct="1">
        <a:spcBef>
          <a:spcPct val="20000"/>
        </a:spcBef>
        <a:spcAft>
          <a:spcPct val="0"/>
        </a:spcAft>
        <a:buClr>
          <a:srgbClr val="063D79"/>
        </a:buClr>
        <a:buChar char="•"/>
        <a:defRPr sz="1600" baseline="0">
          <a:solidFill>
            <a:srgbClr val="4D4D4D"/>
          </a:solidFill>
          <a:latin typeface="+mn-lt"/>
        </a:defRPr>
      </a:lvl4pPr>
      <a:lvl5pPr marL="1981200" indent="-228600" algn="l" rtl="0" eaLnBrk="1" fontAlgn="base" hangingPunct="1">
        <a:spcBef>
          <a:spcPct val="20000"/>
        </a:spcBef>
        <a:spcAft>
          <a:spcPct val="0"/>
        </a:spcAft>
        <a:buClr>
          <a:srgbClr val="063D79"/>
        </a:buClr>
        <a:buChar char=" "/>
        <a:defRPr sz="1600">
          <a:solidFill>
            <a:srgbClr val="4D4D4D"/>
          </a:solidFill>
          <a:latin typeface="+mn-lt"/>
        </a:defRPr>
      </a:lvl5pPr>
      <a:lvl6pPr marL="2438400" indent="-228600" algn="l" rtl="0" eaLnBrk="1" fontAlgn="base" hangingPunct="1">
        <a:spcBef>
          <a:spcPct val="20000"/>
        </a:spcBef>
        <a:spcAft>
          <a:spcPct val="0"/>
        </a:spcAft>
        <a:buChar char=" "/>
        <a:defRPr sz="2000">
          <a:solidFill>
            <a:srgbClr val="4D4D4D"/>
          </a:solidFill>
          <a:latin typeface="+mn-lt"/>
        </a:defRPr>
      </a:lvl6pPr>
      <a:lvl7pPr marL="2895600" indent="-228600" algn="l" rtl="0" eaLnBrk="1" fontAlgn="base" hangingPunct="1">
        <a:spcBef>
          <a:spcPct val="20000"/>
        </a:spcBef>
        <a:spcAft>
          <a:spcPct val="0"/>
        </a:spcAft>
        <a:buChar char=" "/>
        <a:defRPr sz="2000">
          <a:solidFill>
            <a:srgbClr val="4D4D4D"/>
          </a:solidFill>
          <a:latin typeface="+mn-lt"/>
        </a:defRPr>
      </a:lvl7pPr>
      <a:lvl8pPr marL="3352800" indent="-228600" algn="l" rtl="0" eaLnBrk="1" fontAlgn="base" hangingPunct="1">
        <a:spcBef>
          <a:spcPct val="20000"/>
        </a:spcBef>
        <a:spcAft>
          <a:spcPct val="0"/>
        </a:spcAft>
        <a:buChar char=" "/>
        <a:defRPr sz="2000">
          <a:solidFill>
            <a:srgbClr val="4D4D4D"/>
          </a:solidFill>
          <a:latin typeface="+mn-lt"/>
        </a:defRPr>
      </a:lvl8pPr>
      <a:lvl9pPr marL="3810000" indent="-228600" algn="l" rtl="0" eaLnBrk="1" fontAlgn="base" hangingPunct="1">
        <a:spcBef>
          <a:spcPct val="20000"/>
        </a:spcBef>
        <a:spcAft>
          <a:spcPct val="0"/>
        </a:spcAft>
        <a:buChar char=" "/>
        <a:defRPr sz="2000">
          <a:solidFill>
            <a:srgbClr val="4D4D4D"/>
          </a:solidFill>
          <a:latin typeface="+mn-lt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EC62EF-0DDE-ADF7-9F04-ACF128FF9FB1}"/>
              </a:ext>
            </a:extLst>
          </p:cNvPr>
          <p:cNvSpPr>
            <a:spLocks noGrp="1"/>
          </p:cNvSpPr>
          <p:nvPr>
            <p:ph type="ctrTitle" sz="quarte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DAC1011-8220-8CB5-0EB7-642DC31B1393}"/>
              </a:ext>
            </a:extLst>
          </p:cNvPr>
          <p:cNvSpPr>
            <a:spLocks noGrp="1"/>
          </p:cNvSpPr>
          <p:nvPr>
            <p:ph type="subTitle" sz="quarter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95892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06954B-2E09-66B5-1C03-ACF3529A7A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ED8936-2057-B753-D95B-74E91D25AD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0518707"/>
      </p:ext>
    </p:extLst>
  </p:cSld>
  <p:clrMapOvr>
    <a:masterClrMapping/>
  </p:clrMapOvr>
</p:sld>
</file>

<file path=ppt/theme/theme1.xml><?xml version="1.0" encoding="utf-8"?>
<a:theme xmlns:a="http://schemas.openxmlformats.org/drawingml/2006/main" name="mmc_slide_template">
  <a:themeElements>
    <a:clrScheme name="LS3 Scheme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063D79"/>
      </a:accent1>
      <a:accent2>
        <a:srgbClr val="B92700"/>
      </a:accent2>
      <a:accent3>
        <a:srgbClr val="008439"/>
      </a:accent3>
      <a:accent4>
        <a:srgbClr val="B97000"/>
      </a:accent4>
      <a:accent5>
        <a:srgbClr val="D8DADC"/>
      </a:accent5>
      <a:accent6>
        <a:srgbClr val="3F3F3F"/>
      </a:accent6>
      <a:hlink>
        <a:srgbClr val="063D79"/>
      </a:hlink>
      <a:folHlink>
        <a:srgbClr val="D8DADC"/>
      </a:folHlink>
    </a:clrScheme>
    <a:fontScheme name="Vorlag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</a:spPr>
      <a:bodyPr vert="horz" wrap="square" lIns="91440" tIns="45720" rIns="91440" bIns="45720" numCol="1" rtlCol="0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sz="1600" b="1" i="0" u="none" strike="noStrike" cap="none" normalizeH="0" baseline="0" dirty="0" smtClean="0">
            <a:ln>
              <a:noFill/>
            </a:ln>
            <a:solidFill>
              <a:schemeClr val="tx1"/>
            </a:solidFill>
            <a:effectLst/>
            <a:latin typeface="+mn-lt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4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 Rounded MT Bold" pitchFamily="34" charset="0"/>
          </a:defRPr>
        </a:defPPr>
      </a:lstStyle>
    </a:lnDef>
    <a:txDef>
      <a:spPr>
        <a:noFill/>
      </a:spPr>
      <a:bodyPr wrap="square" rtlCol="0">
        <a:spAutoFit/>
      </a:bodyPr>
      <a:lstStyle>
        <a:defPPr>
          <a:defRPr sz="1600" b="0" dirty="0" err="1" smtClean="0">
            <a:latin typeface="+mn-lt"/>
          </a:defRPr>
        </a:defPPr>
      </a:lstStyle>
    </a:txDef>
  </a:objectDefaults>
  <a:extraClrSchemeLst>
    <a:extraClrScheme>
      <a:clrScheme name="Vorlage 1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Vorlage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33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Vorlage 3">
        <a:dk1>
          <a:srgbClr val="000000"/>
        </a:dk1>
        <a:lt1>
          <a:srgbClr val="FFFFCC"/>
        </a:lt1>
        <a:dk2>
          <a:srgbClr val="999933"/>
        </a:dk2>
        <a:lt2>
          <a:srgbClr val="808000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Vorlage 4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CBCBCB"/>
        </a:accent1>
        <a:accent2>
          <a:srgbClr val="868686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97979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Vorlage 5">
        <a:dk1>
          <a:srgbClr val="000000"/>
        </a:dk1>
        <a:lt1>
          <a:srgbClr val="FFFFFF"/>
        </a:lt1>
        <a:dk2>
          <a:srgbClr val="000000"/>
        </a:dk2>
        <a:lt2>
          <a:srgbClr val="9F9F9F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Vorlage 6">
        <a:dk1>
          <a:srgbClr val="000000"/>
        </a:dk1>
        <a:lt1>
          <a:srgbClr val="FFFFFF"/>
        </a:lt1>
        <a:dk2>
          <a:srgbClr val="000000"/>
        </a:dk2>
        <a:lt2>
          <a:srgbClr val="868686"/>
        </a:lt2>
        <a:accent1>
          <a:srgbClr val="CBCBCB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005CE7"/>
        </a:accent6>
        <a:hlink>
          <a:srgbClr val="FF0033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Vorlage 7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Präsentation1" id="{639762E9-692F-4C04-81D7-89056E7DD7FB}" vid="{0EDAB05A-F13C-4C86-9B45-9C11FD583B44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mmc_slide_template</Template>
  <TotalTime>531</TotalTime>
  <Words>0</Words>
  <Application>Microsoft Office PowerPoint</Application>
  <PresentationFormat>On-screen Show (16:9)</PresentationFormat>
  <Paragraphs>0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9" baseType="lpstr">
      <vt:lpstr>Arial</vt:lpstr>
      <vt:lpstr>Arial Rounded MT Bold</vt:lpstr>
      <vt:lpstr>Roboto</vt:lpstr>
      <vt:lpstr>Times New Roman</vt:lpstr>
      <vt:lpstr>Wingdings</vt:lpstr>
      <vt:lpstr>Wingdings 3</vt:lpstr>
      <vt:lpstr>mmc_slide_template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dxlam</dc:creator>
  <cp:lastModifiedBy>Ninh Ha</cp:lastModifiedBy>
  <cp:revision>22</cp:revision>
  <dcterms:created xsi:type="dcterms:W3CDTF">2019-07-17T01:43:07Z</dcterms:created>
  <dcterms:modified xsi:type="dcterms:W3CDTF">2026-01-28T01:19:24Z</dcterms:modified>
</cp:coreProperties>
</file>